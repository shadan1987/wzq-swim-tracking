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进步幅度（秒）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200米自由泳</c:v>
                  </c:pt>
                  <c:pt idx="1">
                    <c:v>200米混合泳</c:v>
                  </c:pt>
                  <c:pt idx="2">
                    <c:v>100米蝶泳</c:v>
                  </c:pt>
                  <c:pt idx="3">
                    <c:v>50米蝶泳</c:v>
                  </c:pt>
                  <c:pt idx="4">
                    <c:v>100米自由泳</c:v>
                  </c:pt>
                  <c:pt idx="5">
                    <c:v>50米自由泳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11.78</c:v>
                </c:pt>
                <c:pt idx="1">
                  <c:v>11.31</c:v>
                </c:pt>
                <c:pt idx="2">
                  <c:v>6.05</c:v>
                </c:pt>
                <c:pt idx="3">
                  <c:v>1.95</c:v>
                </c:pt>
                <c:pt idx="4">
                  <c:v>1.01</c:v>
                </c:pt>
                <c:pt idx="5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50米蝶泳</c:v>
                </c:pt>
              </c:strCache>
            </c:strRef>
          </c:tx>
          <c:spPr>
            <a:solidFill>
              <a:srgbClr val="065A82"/>
            </a:solidFill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2024/08</c:v>
                  </c:pt>
                  <c:pt idx="1">
                    <c:v>2024/11</c:v>
                  </c:pt>
                  <c:pt idx="2">
                    <c:v>2025/07</c:v>
                  </c:pt>
                  <c:pt idx="3">
                    <c:v>2026/05</c:v>
                  </c:pt>
                  <c:pt idx="4">
                    <c:v>2026/08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44.58</c:v>
                </c:pt>
                <c:pt idx="1">
                  <c:v>43.27</c:v>
                </c:pt>
                <c:pt idx="2">
                  <c:v>39.17</c:v>
                </c:pt>
                <c:pt idx="3">
                  <c:v>38.96</c:v>
                </c:pt>
                <c:pt idx="4">
                  <c:v>37.01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3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100米蝶泳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2024/08</c:v>
                  </c:pt>
                  <c:pt idx="1">
                    <c:v>2024/11</c:v>
                  </c:pt>
                  <c:pt idx="2">
                    <c:v>2025/07</c:v>
                  </c:pt>
                  <c:pt idx="3">
                    <c:v>2026/05</c:v>
                  </c:pt>
                  <c:pt idx="4">
                    <c:v>2026/08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104.48</c:v>
                </c:pt>
                <c:pt idx="1">
                  <c:v>99.51</c:v>
                </c:pt>
                <c:pt idx="2">
                  <c:v>91.93</c:v>
                </c:pt>
                <c:pt idx="3">
                  <c:v>88.66</c:v>
                </c:pt>
                <c:pt idx="4">
                  <c:v>82.61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6"/>
          <c:min val="8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200米自由泳</c:v>
                </c:pt>
              </c:strCache>
            </c:strRef>
          </c:tx>
          <c:spPr>
            <a:solidFill>
              <a:srgbClr val="065A82"/>
            </a:solidFill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2025/05</c:v>
                  </c:pt>
                  <c:pt idx="1">
                    <c:v>2026/06</c:v>
                  </c:pt>
                  <c:pt idx="2">
                    <c:v>2026/08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179.52</c:v>
                </c:pt>
                <c:pt idx="1">
                  <c:v>168.49</c:v>
                </c:pt>
                <c:pt idx="2">
                  <c:v>156.71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200米混合泳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2026/06</c:v>
                  </c:pt>
                  <c:pt idx="1">
                    <c:v>2026/08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194.97</c:v>
                </c:pt>
                <c:pt idx="1">
                  <c:v>183.66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100米自由泳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2025/03</c:v>
                  </c:pt>
                  <c:pt idx="1">
                    <c:v>2025/07</c:v>
                  </c:pt>
                  <c:pt idx="2">
                    <c:v>2026/05</c:v>
                  </c:pt>
                  <c:pt idx="3">
                    <c:v>2026/08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84.04</c:v>
                </c:pt>
                <c:pt idx="1">
                  <c:v>80.29</c:v>
                </c:pt>
                <c:pt idx="2">
                  <c:v>76.71</c:v>
                </c:pt>
                <c:pt idx="3">
                  <c:v>75.7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E3D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50" kern="0" dirty="0">
                <a:solidFill>
                  <a:srgbClr val="FFFFFF"/>
                </a:solidFill>
              </a:rPr>
              <a:t>2026 IYSC青少年游泳挑战赛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（佛山站）训练总结汇报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王子期 · 越浪顶尖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2026年8月22日</a:t>
            </a:r>
            <a:endParaRPr lang="en-US" sz="1400" dirty="0"/>
          </a:p>
        </p:txBody>
      </p:sp>
      <p:sp>
        <p:nvSpPr>
          <p:cNvPr id="8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65A82"/>
                </a:solidFill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比赛概况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5727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赛事信息与参赛项目统计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奖牌榜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2585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获奖项目与成绩亮点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成绩对比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9443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各项目历史最佳 vs 本次比赛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进步明细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630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刷新PB项目详细分析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训练总结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315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训练效果与后续方向</a:t>
            </a:r>
            <a:endParaRPr lang="en-US" sz="1200" dirty="0"/>
          </a:p>
        </p:txBody>
      </p:sp>
      <p:pic>
        <p:nvPicPr>
          <p:cNvPr id="25" name="Image 0" descr="/workspace/training-summary/images/swim-div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28016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65A82"/>
                </a:solidFill>
              </a:rPr>
              <a:t>比赛概况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2026 IYSC青少年游泳挑战赛（佛山站）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16459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10项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097280" y="2514600"/>
            <a:ext cx="54864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参赛项目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828800" cy="16459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1枚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154680" y="2514600"/>
            <a:ext cx="5486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金牌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828800" cy="16459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4A3B8"/>
                </a:solidFill>
              </a:rPr>
              <a:t>2枚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5212080" y="2514600"/>
            <a:ext cx="54864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银牌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29400" y="1371600"/>
            <a:ext cx="1828800" cy="16459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6项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7269480" y="2514600"/>
            <a:ext cx="5486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刷新PB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参赛项目一览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🏊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37764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50米蝶泳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57400" y="379476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205740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🏊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50008" y="37764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100米蝶泳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0" y="379476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🏊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50208" y="37764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50米自由泳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57800" y="379476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🏊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50408" y="37764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100米自由泳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379476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🏊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50608" y="37764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200米自由泳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29768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97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🏊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" y="42793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50米仰泳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057400" y="429768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1" name="Text 39"/>
          <p:cNvSpPr/>
          <p:nvPr/>
        </p:nvSpPr>
        <p:spPr>
          <a:xfrm>
            <a:off x="2057400" y="4297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🏊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350008" y="42793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100米仰泳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0" y="429768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0" y="4297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🏊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950208" y="42793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50米蛙泳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257800" y="429768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7" name="Text 45"/>
          <p:cNvSpPr/>
          <p:nvPr/>
        </p:nvSpPr>
        <p:spPr>
          <a:xfrm>
            <a:off x="5257800" y="4297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🏊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50408" y="42793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100米蛙泳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58000" y="429768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0" y="4297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🏊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50608" y="42793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200米个人混合泳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65A82"/>
                </a:solidFill>
              </a:rPr>
              <a:t>奖牌榜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收获1金2银，10项全面参赛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68880" cy="237744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4688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🥇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第1名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200米自由泳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2:36.71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468880" cy="237744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71600"/>
            <a:ext cx="2468880" cy="10972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🥈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20040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第2名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50米蝶泳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37.01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943600" y="1371600"/>
            <a:ext cx="2468880" cy="237744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1371600"/>
            <a:ext cx="2468880" cy="10972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🥈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94360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第2名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100米蝶泳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1:22.61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其他项目成绩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100米仰泳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4251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第4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4251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1:28.61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14600" y="4251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100米自由泳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11880" y="4251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第5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69080" y="4251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1:15.70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251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50米仰泳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4251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第6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4251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43.10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4251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50米自由泳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26680" y="4251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第6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83880" y="4251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34.70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200米混合泳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4617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第7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11680" y="4617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3:03.66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146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100米蛙泳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11880" y="4617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第8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69080" y="4617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1:55.19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50米蛙泳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69280" y="4617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第10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4617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51.79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065A82"/>
                </a:solidFill>
              </a:rPr>
              <a:t>成绩对比总览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各项目历史最佳成绩 vs 本次比赛成绩对比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47472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645920"/>
                <a:gridCol w="1097280"/>
                <a:gridCol w="9144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项目</a:t>
                      </a:r>
                      <a:endParaRPr lang="en-US" sz="11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历史最佳</a:t>
                      </a:r>
                      <a:endParaRPr lang="en-US" sz="11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上届赛事</a:t>
                      </a:r>
                      <a:endParaRPr lang="en-US" sz="11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本次成绩</a:t>
                      </a:r>
                      <a:endParaRPr lang="en-US" sz="11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进步</a:t>
                      </a:r>
                      <a:endParaRPr lang="en-US" sz="11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状态</a:t>
                      </a:r>
                      <a:endParaRPr lang="en-US" sz="11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50米蝶泳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38.96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U系列赛第二站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37.01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+1.95s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刷新PB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100米蝶泳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1:28.66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U系列赛第二站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1:22.61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+6.05s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刷新PB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50米自由泳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34.90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U系列赛第二站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34.70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+0.20s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刷新PB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100米自由泳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1:16.71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U系列赛第二站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1:15.70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+1.01s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刷新PB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200米自由泳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2:48.49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分区赛第一站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2:36.71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+11.78s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刷新PB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200米混合泳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3:14.97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分区赛第一站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3:03.66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+11.31s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刷新PB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50米仰泳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首赛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43.10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🆕 新项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100米仰泳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首赛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1:28.61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🆕 新项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50米蛙泳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首赛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51.79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🆕 新项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100米蛙泳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首赛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1:55.19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🆕 新项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💪 参赛10项 · 刷新PB 6项 · 首次参赛4项 · 退步0项 · 进步项目累计提升32.30秒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2801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65A82"/>
                </a:solidFill>
              </a:rPr>
              <a:t>进步项目明细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5个项目全部刷新个人最佳，累计提升20.99秒</a:t>
            </a:r>
            <a:endParaRPr lang="en-US" sz="1300" dirty="0"/>
          </a:p>
        </p:txBody>
      </p:sp>
      <p:pic>
        <p:nvPicPr>
          <p:cNvPr id="6" name="Image 0" descr="/workspace/training-summary/images/swim-trainin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280160"/>
            <a:ext cx="292608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072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进步亮点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760720" y="3611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🏆 200自进步最大，快了11.78秒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760720" y="3931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🏊 200米混进步11.31秒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76072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🦋 蝶泳两项共进步8秒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760720" y="4572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⚡ 6项全部刷新PB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65A82"/>
                </a:solidFill>
              </a:rPr>
              <a:t>首次参赛项目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4个新项目首次参加正式比赛，表现可圈可点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1325880"/>
            <a:ext cx="2560320" cy="150876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1325880"/>
            <a:ext cx="256032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1463040"/>
            <a:ext cx="68580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4630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🆕 首赛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100米仰泳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65960" y="19842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1:28.61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65960" y="2350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第4名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首次参赛即获第四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2560320" cy="150876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25880"/>
            <a:ext cx="256032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1463040"/>
            <a:ext cx="68580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4630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🆕 首赛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50米仰泳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19842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43.10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92040" y="2350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第6名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仰泳短距离首秀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063240"/>
            <a:ext cx="2560320" cy="150876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0" y="3063240"/>
            <a:ext cx="256032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3566160" y="3200400"/>
            <a:ext cx="68580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32004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🆕 首赛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6596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100米蛙泳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965960" y="3721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1:55.19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965960" y="40873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第8名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6596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蛙泳长距离首赛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2560320" cy="150876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63240"/>
            <a:ext cx="256032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3200400"/>
            <a:ext cx="68580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2004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🆕 首赛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50米蛙泳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92040" y="3721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51.79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892040" y="40873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第10名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蛙泳短距离首赛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274320" y="105156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4754880" y="105156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2" descr=""/>
          <p:cNvGraphicFramePr/>
          <p:nvPr/>
        </p:nvGraphicFramePr>
        <p:xfrm>
          <a:off x="274320" y="3017520"/>
          <a:ext cx="85953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065A82"/>
                </a:solidFill>
              </a:rPr>
              <a:t>主项&amp;全能成绩演变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蝶泳主项 · 自由泳 · 混合泳 — 历年比赛成绩趋势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65A82"/>
                </a:solidFill>
              </a:rPr>
              <a:t>训练效果总结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777240"/>
          </a:xfrm>
          <a:prstGeom prst="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主项优势明显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89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蝶泳两个项目均获银牌，100蝶进步6.05秒，主项地位稳固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029200" cy="777240"/>
          </a:xfrm>
          <a:prstGeom prst="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自由泳全面提升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3042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50/100/200自全部刷新PB，200自夺冠并进步11.78秒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5029200" cy="777240"/>
          </a:xfrm>
          <a:prstGeom prst="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🏅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混合泳突破显著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2186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200米混进步11.31秒，全能能力大幅提升，排名进入前八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5029200" cy="777240"/>
          </a:xfrm>
          <a:prstGeom prst="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💪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体能训练见效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133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暑假大运动量训练效果显著，耐力项目进步幅度最大</a:t>
            </a:r>
            <a:endParaRPr lang="en-US" sz="1100" dirty="0"/>
          </a:p>
        </p:txBody>
      </p:sp>
      <p:pic>
        <p:nvPicPr>
          <p:cNvPr id="20" name="Image 0" descr="/workspace/training-summary/images/swim-med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005840"/>
            <a:ext cx="29260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65A82"/>
                </a:solidFill>
              </a:rPr>
              <a:t>后续训练方向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468880" cy="34747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46888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065A82"/>
                </a:solidFill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巩固主项优势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45720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69748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蝶泳继续精细化技术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24612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54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出发和转身强化训练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79476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03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冲击三级运动员标准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468880" cy="34747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97280"/>
            <a:ext cx="246888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1C7293"/>
                </a:solidFill>
              </a:rPr>
              <a:t>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38328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强化弱项提升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83280" y="2423160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6974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蛙泳专项技术改进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32461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3154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仰泳速度耐力训练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379476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3703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混合泳四式均衡发展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1097280"/>
            <a:ext cx="2468880" cy="34747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0" y="1097280"/>
            <a:ext cx="246888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59E0B"/>
                </a:solidFill>
              </a:rPr>
              <a:t>03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12648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体能持续加强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26480" y="2423160"/>
            <a:ext cx="457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6172200" y="26974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保持大运动量训练节奏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32461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3154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陆上力量训练跟进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72200" y="37947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703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体重控制在理想区间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E3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</a:rPr>
              <a:t>继续努力，再创佳绩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0" y="2468880"/>
            <a:ext cx="914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王子期 游泳训练总结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2026年8月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IYSC青少年游泳挑战赛训练总结汇报</dc:title>
  <dc:subject>PptxGenJS Presentation</dc:subject>
  <dc:creator>王子期游泳训练</dc:creator>
  <cp:lastModifiedBy>王子期游泳训练</cp:lastModifiedBy>
  <cp:revision>1</cp:revision>
  <dcterms:created xsi:type="dcterms:W3CDTF">2026-08-23T10:12:12Z</dcterms:created>
  <dcterms:modified xsi:type="dcterms:W3CDTF">2026-08-23T10:12:12Z</dcterms:modified>
</cp:coreProperties>
</file>